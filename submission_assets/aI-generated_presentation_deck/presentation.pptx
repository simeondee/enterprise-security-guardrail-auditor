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0" y="1371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3882F6"/>
                </a:solidFill>
                <a:latin typeface="Calibri"/>
              </a:rPr>
              <a:t>🛡️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Enterprise Security Guardrail Auditor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474720"/>
            <a:ext cx="27432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749039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Calibri"/>
              </a:rPr>
              <a:t>API-first Infrastructure Security Scanner  •  Terraform  •  Risk Scoring  • 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4748B"/>
                </a:solidFill>
                <a:latin typeface="Calibri"/>
              </a:rPr>
              <a:t>Technical Architecture Review &amp; MVP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7607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Calibri"/>
              </a:rPr>
              <a:t>Adedoyin Simeon Adeyemi  •  May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Infrastructure misconfigurations are the #1 cause of cloud security breaches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56032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Calibri"/>
              </a:rPr>
              <a:t>☁️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Public S3 Buckets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Exposing sensitive data to the internet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2103120"/>
            <a:ext cx="256032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19" y="23774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Calibri"/>
              </a:rPr>
              <a:t>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19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Open SSH 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19" y="384048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Inviting brute-force attacks on servers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103120"/>
            <a:ext cx="256032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39" y="23774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Calibri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39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Unencrypted Databases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384048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Violating compliance (HIPAA, SOC2, PCI-DSS)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103120"/>
            <a:ext cx="2560320" cy="3200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23774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Wildcard IAM Policies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84048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Granting god-mode access across accounts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4B8A6"/>
                </a:solidFill>
                <a:latin typeface="Calibri"/>
              </a:rPr>
              <a:t>Teams need automated, continuous auditing of infrastructure-as-code before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Enterprise Security Guardrail Auditor — an API-first infrastructure scanner</a:t>
            </a:r>
          </a:p>
        </p:txBody>
      </p:sp>
      <p:sp>
        <p:nvSpPr>
          <p:cNvPr id="5" name="Oval 4"/>
          <p:cNvSpPr/>
          <p:nvPr/>
        </p:nvSpPr>
        <p:spPr>
          <a:xfrm>
            <a:off x="1554480" y="2286000"/>
            <a:ext cx="914400" cy="91440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468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882F6"/>
                </a:solidFill>
                <a:latin typeface="Calibri"/>
              </a:rPr>
              <a:t>PARSE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Terraform
configuration files</a:t>
            </a:r>
          </a:p>
        </p:txBody>
      </p:sp>
      <p:sp>
        <p:nvSpPr>
          <p:cNvPr id="10" name="Oval 9"/>
          <p:cNvSpPr/>
          <p:nvPr/>
        </p:nvSpPr>
        <p:spPr>
          <a:xfrm>
            <a:off x="4343399" y="2286000"/>
            <a:ext cx="914400" cy="9144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399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2468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19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4B8A6"/>
                </a:solidFill>
                <a:latin typeface="Calibri"/>
              </a:rPr>
              <a:t>EVALUATE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19" y="39319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Against 15
security rules</a:t>
            </a:r>
          </a:p>
        </p:txBody>
      </p:sp>
      <p:sp>
        <p:nvSpPr>
          <p:cNvPr id="15" name="Oval 14"/>
          <p:cNvSpPr/>
          <p:nvPr/>
        </p:nvSpPr>
        <p:spPr>
          <a:xfrm>
            <a:off x="7132319" y="2286000"/>
            <a:ext cx="914400" cy="9144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19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468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7316"/>
                </a:solidFill>
                <a:latin typeface="Calibri"/>
              </a:rPr>
              <a:t>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39319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Weighted risk
0–100 scale</a:t>
            </a:r>
          </a:p>
        </p:txBody>
      </p:sp>
      <p:sp>
        <p:nvSpPr>
          <p:cNvPr id="20" name="Oval 19"/>
          <p:cNvSpPr/>
          <p:nvPr/>
        </p:nvSpPr>
        <p:spPr>
          <a:xfrm>
            <a:off x="9921240" y="2286000"/>
            <a:ext cx="914400" cy="91440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423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3832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C55E"/>
                </a:solidFill>
                <a:latin typeface="Calibri"/>
              </a:rPr>
              <a:t>VISUALIZE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9319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Real-time
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"/>
              </a:rPr>
              <a:t>Upload a .tf file  →  Get instant security findings with remediation guidance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API-first, async, pluggable rule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4114800" cy="3200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882F6"/>
                </a:solidFill>
                <a:latin typeface="Calibri"/>
              </a:rPr>
              <a:t>Frontend — React 19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Dashboard &amp; Risk Visualization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Scan Management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Guardrail Configuration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Tailwind CSS + Recharts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4747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REST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882F6"/>
                </a:solidFill>
                <a:latin typeface="Calibri"/>
              </a:rPr>
              <a:t>◀─────▶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286000"/>
            <a:ext cx="4754880" cy="3200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4688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Backend — FastAPI + SQLAlchemy Async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01752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Thin Controllers + Service Layer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Scanner: Parser → Rules → Scoring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Async throughout (aiosqlite)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882F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SQLite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94A3B8"/>
                </a:solidFill>
                <a:latin typeface="Calibri"/>
              </a:rPr>
              <a:t>API-first: Frontend is a pure REST consumer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94A3B8"/>
                </a:solidFill>
                <a:latin typeface="Calibri"/>
              </a:rPr>
              <a:t>Pluggable rules: BaseRule subclasses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94A3B8"/>
                </a:solidFill>
                <a:latin typeface="Calibri"/>
              </a:rPr>
              <a:t>Async throughout: FastAPI + SQLAlchemy async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Scanner Engine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Four-stage pipeline with pluggable rules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6858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1. Parse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TerraformParser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list[ParsedResource]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2. Evaluate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RuleRegistry → BaseRule.evaluate()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list[Finding]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3. Score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calculate_risk_score()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float (0–100)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4. Aggregate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ScanEngine.scan()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ScanResult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882F6"/>
                </a:solidFill>
                <a:latin typeface="Calibri"/>
              </a:rPr>
              <a:t>Key Design Choices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2514600"/>
            <a:ext cx="18288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2743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Frozen dataclasses for
immutable scan results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Registry pattern for O(1)
rule lookup by resource type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Dual scan paths
(engine + legacy regex)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Automatic deduplication
of findings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Security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15 rules covering critical AWS infrastructure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882F6"/>
                </a:solidFill>
                <a:latin typeface="Calibri"/>
              </a:rPr>
              <a:t>Engine Rules (5)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86000"/>
          <a:ext cx="6400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3200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Catches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S3 Public Access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Public ACL on S3 buckets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Open SSH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Port 22 open to 0.0.0.0/0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Public Database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RDS publicly_accessible = true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Wildcard IAM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Action: "*" in policies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Disabled Encryption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storage_encrypted = false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8952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Seed Guardrails (+10)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2860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Default VPC detection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CloudWatch logging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EBS volume encryption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RDS backup retention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Security group egress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S3 versioning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IAM user policies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MFA enforcement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VPC flow logs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4B8A6"/>
                </a:solidFill>
                <a:latin typeface="Calibri"/>
              </a:rPr>
              <a:t>●  </a:t>
            </a:r>
            <a:r>
              <a:rPr sz="1300">
                <a:solidFill>
                  <a:srgbClr val="F1F5F9"/>
                </a:solidFill>
                <a:latin typeface="Calibri"/>
              </a:rPr>
              <a:t>KMS key rotation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Risk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Weighted severity model with 0–100 scale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011680"/>
          <a:ext cx="50292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Critical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Immediate exploitation risk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Significant security gap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Best practice violation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Minor improvement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Info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Advisory only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882F6"/>
                </a:solidFill>
                <a:latin typeface="Calibri"/>
              </a:rPr>
              <a:t>Formula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2514600"/>
            <a:ext cx="18288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0" y="2743200"/>
            <a:ext cx="502920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88036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4B8A6"/>
                </a:solidFill>
                <a:latin typeface="Consolas"/>
              </a:rPr>
              <a:t>score = (weighted_sum / max_possible) ×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Score Interpretation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572000"/>
            <a:ext cx="109728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6634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2C55E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212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Clean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572000"/>
            <a:ext cx="109728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6634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AB308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212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Low Risk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4572000"/>
            <a:ext cx="109728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46634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97316"/>
                </a:solidFill>
                <a:latin typeface="Calibri"/>
              </a:rPr>
              <a:t>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212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High Risk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4572000"/>
            <a:ext cx="109728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04120" y="466344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F4444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5212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  <a:latin typeface="Calibri"/>
              </a:rPr>
              <a:t>Critical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Frontend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React 19 + TypeScript + Tailwind CSS + Recharts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10312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60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490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Stats cards, severity bar chart,
recent scans overview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86000"/>
            <a:ext cx="210312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560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Scan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37490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Paginated table with
status &amp; file type filters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10312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560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New Scan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7490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Upload .tf file or
paste content directly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2286000"/>
            <a:ext cx="210312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560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Scan 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7490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Findings by severity,
risk score badge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286000"/>
            <a:ext cx="2103120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560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⚙️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74904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Security rule
management interface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4B8A6"/>
                </a:solidFill>
                <a:latin typeface="Calibri"/>
              </a:rPr>
              <a:t>React 19  •  TypeScript  •  Tailwind CSS 3  •  Recharts  •  React Query  •  React Router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Modern async Python + React with full DevOps pipeline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828800"/>
          <a:ext cx="94183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5720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API Framework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Async REST API with OpenAPI docs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ORM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SQLAlchemy 2.x Async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Async database operations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SQLite + aiosqlite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Zero-config persistence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Pydantic v2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Request/response schemas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React 19 + TypeScript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Type-safe UI components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Styling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Tailwind CSS 3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Utility-first responsive design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Charts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Recharts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Severity distribution visualization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Server State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@tanstack/react-query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Cache, sync, background refresh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pytest + Vitest + RTL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Backend + frontend coverage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CI/CD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GitHub Actions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5-job automated pipeline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Containers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Docker + Compose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Multi-stage production builds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Testing &amp; Quality Assurance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Automated testing, linting, and security audit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Backend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2011680"/>
            <a:ext cx="20116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468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94.65%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2011680"/>
            <a:ext cx="20116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Frontend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468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011680"/>
            <a:ext cx="20116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Lint Violations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468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011680"/>
            <a:ext cx="201168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148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Security 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468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26 / 10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882F6"/>
                </a:solidFill>
                <a:latin typeface="Calibri"/>
              </a:rPr>
              <a:t>Testing Approach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069080"/>
            <a:ext cx="18288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Async integration tests with httpx.AsyncClient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In-memory SQLite for test isolation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React Testing Library for behavior testing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Pre-commit hooks prevent regressions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Quality Gates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1828800" cy="381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ruff — linting (E, F, W, I, N, UP, S, B)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black — code formatting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mypy — static type checking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tsc — TypeScript type checking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DevOps &amp;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Production-ready containerized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882F6"/>
                </a:solidFill>
                <a:latin typeface="Calibri"/>
              </a:rPr>
              <a:t>GitHub Actions CI — 5 Jobs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828800" cy="548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33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C55E"/>
                </a:solidFill>
                <a:latin typeface="Calibri"/>
              </a:rPr>
              <a:t>✓ backend-lint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560320"/>
            <a:ext cx="1828800" cy="548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633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C55E"/>
                </a:solidFill>
                <a:latin typeface="Calibri"/>
              </a:rPr>
              <a:t>✓ backend-test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560320"/>
            <a:ext cx="1828800" cy="548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633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C55E"/>
                </a:solidFill>
                <a:latin typeface="Calibri"/>
              </a:rPr>
              <a:t>✓ frontend-lint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560320"/>
            <a:ext cx="1828800" cy="548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633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C55E"/>
                </a:solidFill>
                <a:latin typeface="Calibri"/>
              </a:rPr>
              <a:t>✓ frontend-test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560320"/>
            <a:ext cx="1828800" cy="5486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633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C55E"/>
                </a:solidFill>
                <a:latin typeface="Calibri"/>
              </a:rPr>
              <a:t>✓ docker-build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Calibri"/>
              </a:rP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Multi-stage builds (small images)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Non-root container users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Healthcheck endpoints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B8A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docker-compose one-command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882F6"/>
                </a:solidFill>
                <a:latin typeface="Calibri"/>
              </a:rPr>
              <a:t>Developer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Makefile with 12 shortcuts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Pre-commit hooks (ruff, black, mypy)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Secret detection in commits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882F6"/>
                </a:solidFill>
                <a:latin typeface="Calibri"/>
              </a:rPr>
              <a:t>●  </a:t>
            </a:r>
            <a:r>
              <a:rPr sz="1400">
                <a:solidFill>
                  <a:srgbClr val="F1F5F9"/>
                </a:solidFill>
                <a:latin typeface="Calibri"/>
              </a:rPr>
              <a:t>.env.example for easy setup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486400"/>
            <a:ext cx="10515600" cy="914400"/>
          </a:xfrm>
          <a:prstGeom prst="roundRect">
            <a:avLst/>
          </a:prstGeom>
          <a:solidFill>
            <a:srgbClr val="0D1117"/>
          </a:solidFill>
          <a:ln w="12700">
            <a:solidFill>
              <a:srgbClr val="33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6235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C55E"/>
                </a:solidFill>
                <a:latin typeface="Consolas"/>
              </a:rPr>
              <a:t>$ docker compose up --build -d    # Full stack in 60 seconds
$ make test                       # Run all tests
$ make lint                       # Run all linters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MVP Tradeoffs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Pragmatic decisions for rapid delivery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011680"/>
          <a:ext cx="10332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41148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Future Fix</a:t>
                      </a:r>
                    </a:p>
                  </a:txBody>
                  <a:tcPr anchor="ctr">
                    <a:solidFill>
                      <a:srgbClr val="3882F6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No authentication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MVP scope — scanner logic first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JWT / OAuth2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SQLite only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Zero-config, adequate for demo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PostgreSQL option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Regex-based parser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No binary deps, pure Python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HCL2 library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Sync scanning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Simple flow for single files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Background tasks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AWS rules only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Most common cloud provider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Azure / GCP rules</a:t>
                      </a:r>
                    </a:p>
                  </a:txBody>
                  <a:tcPr anchor="ctr">
                    <a:solidFill>
                      <a:srgbClr val="1E293B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No CloudFormation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Terraform-first approach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1F5F9"/>
                          </a:solidFill>
                          <a:latin typeface="Calibri"/>
                        </a:rPr>
                        <a:t>YAML / JSON parser</a:t>
                      </a:r>
                    </a:p>
                  </a:txBody>
                  <a:tcPr anchor="ctr">
                    <a:solidFill>
                      <a:srgbClr val="0F172A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Planned enhancements beyond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882F6"/>
                </a:solidFill>
                <a:latin typeface="Calibri"/>
              </a:rPr>
              <a:t>Near-term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23160"/>
            <a:ext cx="13716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3882F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API key authentication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82F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CloudFormation YAML/JSON parsing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82F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Azure and GCP rule packs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82F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Export results as PDF/CSV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882F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Error boundary in React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Calibri"/>
              </a:rPr>
              <a:t>Long-term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423160"/>
            <a:ext cx="1371600" cy="381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6517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JWT/OAuth2 with RBAC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Async scan processing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Multi-file / zip upload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Scan trend comparison charts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Webhook notifications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PostgreSQL migration option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B8A6"/>
                </a:solidFill>
                <a:latin typeface="Calibri"/>
              </a:rPr>
              <a:t>●  </a:t>
            </a:r>
            <a:r>
              <a:rPr sz="1500">
                <a:solidFill>
                  <a:srgbClr val="F1F5F9"/>
                </a:solidFill>
                <a:latin typeface="Calibri"/>
              </a:rPr>
              <a:t>Custom guardrail creation via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Demo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22860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Live walkthrough of the scanning workflow</a:t>
            </a:r>
          </a:p>
        </p:txBody>
      </p:sp>
      <p:sp>
        <p:nvSpPr>
          <p:cNvPr id="5" name="Oval 4"/>
          <p:cNvSpPr/>
          <p:nvPr/>
        </p:nvSpPr>
        <p:spPr>
          <a:xfrm>
            <a:off x="1051560" y="2560320"/>
            <a:ext cx="822960" cy="82296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70048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743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Start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docker compose up
--build -d</a:t>
            </a:r>
          </a:p>
        </p:txBody>
      </p:sp>
      <p:sp>
        <p:nvSpPr>
          <p:cNvPr id="10" name="Oval 9"/>
          <p:cNvSpPr/>
          <p:nvPr/>
        </p:nvSpPr>
        <p:spPr>
          <a:xfrm>
            <a:off x="3337560" y="2560320"/>
            <a:ext cx="822960" cy="82296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2670048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Open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0233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http://localhost:3000
View stats &amp; charts</a:t>
            </a:r>
          </a:p>
        </p:txBody>
      </p:sp>
      <p:sp>
        <p:nvSpPr>
          <p:cNvPr id="15" name="Oval 14"/>
          <p:cNvSpPr/>
          <p:nvPr/>
        </p:nvSpPr>
        <p:spPr>
          <a:xfrm>
            <a:off x="5623560" y="2560320"/>
            <a:ext cx="822960" cy="82296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43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Upload .tf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40233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New Scan → Upload
vulnerable-infra.tf</a:t>
            </a:r>
          </a:p>
        </p:txBody>
      </p:sp>
      <p:sp>
        <p:nvSpPr>
          <p:cNvPr id="20" name="Oval 19"/>
          <p:cNvSpPr/>
          <p:nvPr/>
        </p:nvSpPr>
        <p:spPr>
          <a:xfrm>
            <a:off x="7909560" y="2560320"/>
            <a:ext cx="822960" cy="82296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670048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2743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View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40233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Scan Detail → Findings
grouped by severity</a:t>
            </a:r>
          </a:p>
        </p:txBody>
      </p:sp>
      <p:sp>
        <p:nvSpPr>
          <p:cNvPr id="25" name="Oval 24"/>
          <p:cNvSpPr/>
          <p:nvPr/>
        </p:nvSpPr>
        <p:spPr>
          <a:xfrm>
            <a:off x="10195560" y="2560320"/>
            <a:ext cx="822960" cy="822960"/>
          </a:xfrm>
          <a:prstGeom prst="ellipse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2670048"/>
            <a:ext cx="822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Check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40233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Calibri"/>
              </a:rPr>
              <a:t>Risk score badge
0–100 weighted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71600" y="5120640"/>
            <a:ext cx="9418320" cy="731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20" y="52120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4B8A6"/>
                </a:solidFill>
                <a:latin typeface="Calibri"/>
              </a:rPr>
              <a:t>📁  Sample files: samples/vulnerable-infra.tf (11 vulns)  •  samples/multi-service-vulnerable.tf (9 vulns)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Enterprise Security Guardrail Auditor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1920240"/>
            <a:ext cx="27432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237744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Automated IaC security scanning — 15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816352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Weighted risk scoring — 0 to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55264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Visual dashboard with severity charts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694176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RESTful API with OpenAPI documentation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133087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94.65% test coverage, zero lint violations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457200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Production-ready Docker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010912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✅  Extensible rule system for future growth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5486400"/>
            <a:ext cx="576072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5778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3882F6"/>
                </a:solidFill>
                <a:latin typeface="Calibri"/>
              </a:rPr>
              <a:t>github.com/SimeonDee/Enterprise-Security-Guardrail-Auditor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0" y="3200400"/>
            <a:ext cx="2743200" cy="38100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6576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94A3B8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1F5F9"/>
                </a:solidFill>
                <a:latin typeface="Calibri"/>
              </a:rPr>
              <a:t>Adedoyin Simeon Adeyemi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2120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3882F6"/>
                </a:solidFill>
                <a:latin typeface="Calibri"/>
              </a:rPr>
              <a:t>github.com/SimeonDee/Enterprise-Security-Guardrail-Auditor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